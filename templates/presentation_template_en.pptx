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Montserrat" pitchFamily="2" charset="77"/>
      <p:regular r:id="rId15"/>
      <p:bold r:id="rId16"/>
      <p:italic r:id="rId17"/>
      <p:boldItalic r:id="rId18"/>
    </p:embeddedFont>
    <p:embeddedFont>
      <p:font typeface="Sora"/>
      <p:regular r:id="rId19"/>
      <p:bold r:id="rId20"/>
    </p:embeddedFont>
    <p:embeddedFont>
      <p:font typeface="Sora ExtraBold" pitchFamily="2" charset="0"/>
      <p:bold r:id="rId21"/>
    </p:embeddedFont>
    <p:embeddedFont>
      <p:font typeface="Sora ExtraLight" pitchFamily="2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138" d="100"/>
          <a:sy n="138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>
            <a:spLocks noGrp="1"/>
          </p:cNvSpPr>
          <p:nvPr>
            <p:ph type="pic" idx="2"/>
          </p:nvPr>
        </p:nvSpPr>
        <p:spPr>
          <a:xfrm>
            <a:off x="6065950" y="938463"/>
            <a:ext cx="5100000" cy="25647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477900" y="832350"/>
            <a:ext cx="81882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n-GB" sz="47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Green Pathways </a:t>
            </a:r>
            <a:br>
              <a:rPr lang="en-GB" sz="47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n-GB" sz="47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Capstone Presentation</a:t>
            </a:r>
            <a:endParaRPr sz="4700" b="0" i="0" u="none" strike="noStrike" cap="none" dirty="0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0" i="0" u="none" strike="noStrike" cap="none" dirty="0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Name</a:t>
            </a:r>
            <a:endParaRPr sz="3000" b="0" i="0" u="none" strike="noStrike" cap="none" dirty="0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0" i="0" u="none" strike="noStrike" cap="none" dirty="0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Date</a:t>
            </a:r>
            <a:endParaRPr sz="3000" b="0" i="0" u="none" strike="noStrike" cap="none" dirty="0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477900" y="413350"/>
            <a:ext cx="81882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Executive Summary</a:t>
            </a:r>
            <a:endParaRPr sz="4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153988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In 100 words or less, outline your next steps for a career in your chosen field within sustainability. (Summarise main points of this presentation.)</a:t>
            </a:r>
            <a:endParaRPr sz="1800" b="0" i="0" u="none" strike="noStrike" cap="none">
              <a:solidFill>
                <a:srgbClr val="153988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ED6B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3428175" y="0"/>
            <a:ext cx="5782800" cy="5143500"/>
          </a:xfrm>
          <a:prstGeom prst="rect">
            <a:avLst/>
          </a:prstGeom>
          <a:solidFill>
            <a:srgbClr val="9EED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endParaRPr sz="4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endParaRPr sz="4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"/>
              <a:buFont typeface="Montserrat"/>
              <a:buNone/>
            </a:pPr>
            <a:endParaRPr sz="1600" b="0" i="1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31425" y="1070475"/>
            <a:ext cx="4879800" cy="4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1800" b="1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GB" sz="18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Part 1</a:t>
            </a:r>
            <a:endParaRPr sz="18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GB" sz="1800" b="1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Opportunities</a:t>
            </a:r>
            <a:endParaRPr sz="1800" b="1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1800" b="1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GB" sz="18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Part 2</a:t>
            </a:r>
            <a:endParaRPr sz="18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GB" sz="1800" b="1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Skills &amp; Education</a:t>
            </a:r>
            <a:endParaRPr sz="1800" b="1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1800" b="1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GB" sz="18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Part 3</a:t>
            </a:r>
            <a:endParaRPr sz="18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GB" sz="1800" b="1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Experience</a:t>
            </a:r>
            <a:endParaRPr sz="1800" b="1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1800" b="1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GB" sz="18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Part 4</a:t>
            </a:r>
            <a:br>
              <a:rPr lang="en-GB" sz="1800" b="1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n-GB" sz="1800" b="1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Next Steps</a:t>
            </a:r>
            <a:endParaRPr sz="1800" b="1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br>
              <a:rPr lang="en-GB" sz="18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</a:br>
            <a:endParaRPr sz="18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18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255225" y="3303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0" i="0" u="none" strike="noStrike" cap="none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Contents</a:t>
            </a:r>
            <a:endParaRPr sz="3000" b="0" i="0" u="none" strike="noStrike" cap="none">
              <a:solidFill>
                <a:srgbClr val="FFFFF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DFDA0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FDFDA0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477900" y="413350"/>
            <a:ext cx="8188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GB" sz="8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01</a:t>
            </a:r>
            <a:br>
              <a:rPr lang="en-GB" sz="4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n-GB" sz="4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Opportunities</a:t>
            </a:r>
            <a:endParaRPr sz="4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153988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What opportunity for employment have you found that aligns with your interests and transferable skills? What is the specific role or career path you will pursue?</a:t>
            </a:r>
            <a:endParaRPr sz="1800" b="0" i="0" u="none" strike="noStrike" cap="none">
              <a:solidFill>
                <a:srgbClr val="153988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4294967295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sp>
        <p:nvSpPr>
          <p:cNvPr id="86" name="Google Shape;86;p18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477900" y="413350"/>
            <a:ext cx="8188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GB" sz="8000" b="0" i="0" u="none" strike="noStrike" cap="none" dirty="0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br>
              <a:rPr lang="en-GB" sz="4000" b="0" i="0" u="none" strike="noStrike" cap="none" dirty="0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n-GB" sz="4000" b="0" i="0" u="none" strike="noStrike" cap="none" dirty="0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Skills &amp; Education</a:t>
            </a:r>
            <a:endParaRPr sz="4000" b="0" i="0" u="none" strike="noStrike" cap="none" dirty="0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153988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What skills, education, and/or training are required for the role(s) you’ve found? What attributes will you need to acquire to apply for the opportunity identified in Part 1 (Opportunities)?</a:t>
            </a:r>
            <a:endParaRPr sz="1800" b="0" i="0" u="none" strike="noStrike" cap="none" dirty="0">
              <a:solidFill>
                <a:srgbClr val="153988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4294967295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sp>
        <p:nvSpPr>
          <p:cNvPr id="100" name="Google Shape;100;p20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/>
        </p:nvSpPr>
        <p:spPr>
          <a:xfrm>
            <a:off x="477900" y="413350"/>
            <a:ext cx="81882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GB" sz="8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br>
              <a:rPr lang="en-GB" sz="4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n-GB" sz="4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Experience</a:t>
            </a:r>
            <a:endParaRPr sz="4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153988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How can you demonstrate your own readiness to apply for the opportunity you’ve found? Do you have any transferable skills? Can you present real-life or hypothetical examples of the requirements identified in Part 2 (Skills &amp; Education)?</a:t>
            </a:r>
            <a:endParaRPr sz="1800" b="0" i="0" u="none" strike="noStrike" cap="none">
              <a:solidFill>
                <a:srgbClr val="153988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4294967295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sp>
        <p:nvSpPr>
          <p:cNvPr id="114" name="Google Shape;114;p22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>
            <a:off x="477900" y="413350"/>
            <a:ext cx="81882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GB" sz="8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br>
              <a:rPr lang="en-GB" sz="4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n-GB" sz="4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Next Steps</a:t>
            </a:r>
            <a:endParaRPr sz="4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153988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What actions do you need to take to give yourself the best chance of success in pursuing your chosen career path?</a:t>
            </a:r>
            <a:endParaRPr sz="1800" b="0" i="0" u="none" strike="noStrike" cap="none">
              <a:solidFill>
                <a:srgbClr val="153988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4294967295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sp>
        <p:nvSpPr>
          <p:cNvPr id="128" name="Google Shape;128;p24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/>
        </p:nvSpPr>
        <p:spPr>
          <a:xfrm>
            <a:off x="477900" y="413350"/>
            <a:ext cx="81882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br>
              <a:rPr lang="en-GB" sz="4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n-GB" sz="4000" b="0" i="0" u="none" strike="noStrike" cap="none">
                <a:solidFill>
                  <a:srgbClr val="153988"/>
                </a:solidFill>
                <a:latin typeface="Sora"/>
                <a:ea typeface="Sora"/>
                <a:cs typeface="Sora"/>
                <a:sym typeface="Sora"/>
              </a:rPr>
              <a:t>Thank you!</a:t>
            </a:r>
            <a:endParaRPr sz="4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153988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53988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7063500" y="4681800"/>
            <a:ext cx="208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9EED6B"/>
                </a:solidFill>
                <a:latin typeface="Sora"/>
                <a:ea typeface="Sora"/>
                <a:cs typeface="Sora"/>
                <a:sym typeface="Sora"/>
              </a:rPr>
              <a:t>Green Pathways</a:t>
            </a:r>
            <a:endParaRPr sz="1800" b="0" i="0" u="none" strike="noStrike" cap="none">
              <a:solidFill>
                <a:srgbClr val="9EED6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228</Words>
  <Application>Microsoft Macintosh PowerPoint</Application>
  <PresentationFormat>On-screen Show (16:9)</PresentationFormat>
  <Paragraphs>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Sora</vt:lpstr>
      <vt:lpstr>Arial</vt:lpstr>
      <vt:lpstr>Montserrat</vt:lpstr>
      <vt:lpstr>Sora ExtraBold</vt:lpstr>
      <vt:lpstr>Sora ExtraLight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Saksham Gupta</cp:lastModifiedBy>
  <cp:revision>2</cp:revision>
  <dcterms:modified xsi:type="dcterms:W3CDTF">2026-07-26T20:24:55Z</dcterms:modified>
</cp:coreProperties>
</file>